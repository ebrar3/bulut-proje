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80160"/>
            <a:ext cx="64008" cy="2560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Bulut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Projesi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Flask · MongoDB Atlas · AWS EC2 · AWS S3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429768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297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1: Local Dev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429768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4297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2: MongoDB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429768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4297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3: AWS EC2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429768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4297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4: AWS S3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Mimarisi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Projede kullanılan teknolojiler ve genel sistem tasarımı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11680" cy="1554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25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1828800" cy="32004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938528"/>
            <a:ext cx="59436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783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06040" y="1234440"/>
            <a:ext cx="201168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325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 API)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97480" y="2377440"/>
            <a:ext cx="1828800" cy="32004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pip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938528"/>
            <a:ext cx="59436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783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37760" y="1234440"/>
            <a:ext cx="2011680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325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(MongoDB Atlas)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2377440"/>
            <a:ext cx="1828800" cy="32004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Cloud 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1938528"/>
            <a:ext cx="59436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783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69480" y="1234440"/>
            <a:ext cx="2011680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69480" y="1325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60920" y="2377440"/>
            <a:ext cx="1828800" cy="32004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EC2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017520"/>
            <a:ext cx="196596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(Frontend)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401568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create-react-app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ile HTTP istekleri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ile derleme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50592" y="301752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50592" y="3017520"/>
            <a:ext cx="19659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(Backend)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42032" y="3401568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REST API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flask-cors, pymongo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nohup ile 7/24 çalışma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26864" y="301752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26864" y="3017520"/>
            <a:ext cx="19659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18304" y="3401568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bulut veritabanı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 entegrasyonu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veri saklama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03136" y="301752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03136" y="3017520"/>
            <a:ext cx="196596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(Hosting)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94576" y="3401568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EC2: Backend sunucusu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Statik site hosting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Groups: Port 5000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097280" cy="365760"/>
          </a:xfrm>
          <a:prstGeom prst="rect">
            <a:avLst>
              <a:gd name="adj" fmla="val 125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Geliştirme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 — localhost ortamında React + Flask kurulumu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 Frontend – React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create-react-app my-app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my-app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 → localhost:3000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 ile API çağrıları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Bileşen tabanlı UI geliştirme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1148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34440"/>
            <a:ext cx="4114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34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Backend – Flask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 flask-cors pymongo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CORS(app) → Cross-Origin izni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@app.route('/api/...') dekoratörleri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 → localhost:5000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"/>
            <a:ext cx="10972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640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Entegrasyonu — MongoDB Atlas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Verileri bulutta güvenle saklamak için MongoDB Atlas NoSQL veritabanı entegrasyonu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88720"/>
            <a:ext cx="27432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1188720"/>
            <a:ext cx="21488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Cluster Oluşturma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8745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Atlas'a kayıt ol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M0 Cluster seç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provider: AWS seç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adını belirle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94760" y="1188720"/>
            <a:ext cx="21488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 Ayarları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8745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Whitelist: 0.0.0.0/0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 oluştur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 al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 sürücüsünü seç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188720"/>
            <a:ext cx="27432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1188720"/>
            <a:ext cx="21488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Entegrasyonu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8745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pymongo import MongoClient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= MongoClient(CONN_STR)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= client['veritabani_adi']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işlemleri: insert/find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MONGO_URI = "mongodb+srv://user:password@cluster.mongodb.net/mydb"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" y="1371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Backend'in Buluta Taşınması — AWS EC2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Linux sanal sunucusunda Flask API'yi 7/24 çalıştırma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45720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457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1307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Kiralama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64592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Console → EC2 → Launch Instance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 22.04 LTS AMI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t2.micro (free tier)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pair (.pem) oluştur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114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34440"/>
            <a:ext cx="457200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34440"/>
            <a:ext cx="457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1307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Bağlantısı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164592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"key.pem" ubuntu@&lt;PUBLIC_IP&gt;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400 key.pem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(ilk bağlantıda kabul et)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4114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00400"/>
            <a:ext cx="457200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00400"/>
            <a:ext cx="457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3273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Ortamı &amp; Kod Yükleme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61188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install python3-pip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pip3 install flask flask-cors pymongo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SCP ile dosyaları aktar: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-i key.pem app.py ubuntu@IP:~/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200400"/>
            <a:ext cx="4114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200400"/>
            <a:ext cx="457200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200400"/>
            <a:ext cx="457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03520" y="3273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API'yi Başlatma &amp; Port Açma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361188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nohup python3 app.py &amp;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AWS Security Groups: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Inbound Rule: TCP 5000, 0.0.0.0/0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artık Public IP:5000'de erişilebilir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"/>
            <a:ext cx="109728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640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Frontend'in Bulutta Yayınlanması — AWS S3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uygulamasını statik dosyalara dönüştürüp S3 üzerinden dünyaya açma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188720"/>
            <a:ext cx="201168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Adresini Güncelle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783080"/>
            <a:ext cx="1828800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kodundaki tüm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localhost:5000 adreslerini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Public IP:5000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değiştir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04872" y="118872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04872" y="1188720"/>
            <a:ext cx="201168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53512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96312" y="1783080"/>
            <a:ext cx="1828800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klasörü oluşur: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/build (statik HTML, CSS, JS)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81144" y="118872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81144" y="1188720"/>
            <a:ext cx="201168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29784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Oluştur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72584" y="1783080"/>
            <a:ext cx="1828800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→ Create Bucket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adı benzersiz olmalı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etkinleştir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57416" y="118872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57416" y="1188720"/>
            <a:ext cx="20116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06056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 &amp; Yayınla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48856" y="1783080"/>
            <a:ext cx="1828800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dosyalarını S3'e yükle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Policy ile public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erişim aç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endpoint URL'ini paylaş!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645152"/>
            <a:ext cx="868680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6451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Policy: { "Effect": "Allow", "Principal": "*", "Action": "s3:GetObject", "Resource": "arn:aws:s3:::bucket-adi/*" }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Özeti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fazın başarıyla tamamlanmasıyla tam anlamıyla bulut tabanlı bir uygulama geliştirildi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659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96596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8686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860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Flask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localhost'ta çalışıyor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1234440"/>
            <a:ext cx="19659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234440"/>
            <a:ext cx="19659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234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71800" y="2148840"/>
            <a:ext cx="8686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22860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veritabanı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bağlantısı kuruldu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234440"/>
            <a:ext cx="19659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234440"/>
            <a:ext cx="19659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234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20640" y="2148840"/>
            <a:ext cx="868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2860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7/24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bulutta çalışıyor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1234440"/>
            <a:ext cx="19659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1234440"/>
            <a:ext cx="196596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234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69480" y="2148840"/>
            <a:ext cx="8686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2860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herkese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olarak yayında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Kazanılan Beceriler: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1143000" cy="32004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14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Geliştirme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82496" y="4114800"/>
            <a:ext cx="1143000" cy="32004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82496" y="4114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Tasarımı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907792" y="4114800"/>
            <a:ext cx="1143000" cy="32004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07792" y="4114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Veritabanı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33088" y="4114800"/>
            <a:ext cx="1143000" cy="32004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33088" y="4114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SSH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58384" y="4114800"/>
            <a:ext cx="1143000" cy="32004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58384" y="4114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&amp; S3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83680" y="4114800"/>
            <a:ext cx="1143000" cy="32004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4114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808976" y="4114800"/>
            <a:ext cx="1143000" cy="32004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08976" y="41148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Temelleri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Full-Stack Bulut Deployment Projesi</dc:title>
  <dc:subject>PptxGenJS Presentation</dc:subject>
  <dc:creator>PptxGenJS</dc:creator>
  <cp:lastModifiedBy>PptxGenJS</cp:lastModifiedBy>
  <cp:revision>1</cp:revision>
  <dcterms:created xsi:type="dcterms:W3CDTF">2026-04-02T14:50:23Z</dcterms:created>
  <dcterms:modified xsi:type="dcterms:W3CDTF">2026-04-02T14:50:23Z</dcterms:modified>
</cp:coreProperties>
</file>