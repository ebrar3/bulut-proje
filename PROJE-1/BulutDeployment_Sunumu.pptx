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sYfkzQ1w5NsuIHgahFhBrrruf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1280160"/>
            <a:ext cx="64008" cy="25603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12344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Full-Stack Bulut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Deployment Projesi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9718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React · Flask · MongoDB Atlas · AWS EC2 · AWS S3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4297680"/>
            <a:ext cx="1965960" cy="457200"/>
          </a:xfrm>
          <a:prstGeom prst="roundRect">
            <a:avLst>
              <a:gd fmla="val 16000" name="adj"/>
            </a:avLst>
          </a:prstGeom>
          <a:solidFill>
            <a:srgbClr val="0EA5E9">
              <a:alpha val="3019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02920" y="4297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1: Local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651760" y="4297680"/>
            <a:ext cx="1965960" cy="457200"/>
          </a:xfrm>
          <a:prstGeom prst="roundRect">
            <a:avLst>
              <a:gd fmla="val 16000" name="adj"/>
            </a:avLst>
          </a:prstGeom>
          <a:solidFill>
            <a:srgbClr val="10B981">
              <a:alpha val="3019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651760" y="4297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2: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800600" y="4297680"/>
            <a:ext cx="1965960" cy="457200"/>
          </a:xfrm>
          <a:prstGeom prst="roundRect">
            <a:avLst>
              <a:gd fmla="val 16000" name="adj"/>
            </a:avLst>
          </a:prstGeom>
          <a:solidFill>
            <a:srgbClr val="F59E0B">
              <a:alpha val="3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800600" y="4297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3: AWS EC2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949440" y="4297680"/>
            <a:ext cx="1965960" cy="457200"/>
          </a:xfrm>
          <a:prstGeom prst="roundRect">
            <a:avLst>
              <a:gd fmla="val 16000" name="adj"/>
            </a:avLst>
          </a:prstGeom>
          <a:solidFill>
            <a:srgbClr val="8B5CF6">
              <a:alpha val="30196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949440" y="4297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4: AWS S3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 Mimarisi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Projede kullanılan teknolojiler ve genel sistem tasarımı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4320" y="1234440"/>
            <a:ext cx="2011680" cy="155448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74320" y="13258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(React)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2377440"/>
            <a:ext cx="1828800" cy="320040"/>
          </a:xfrm>
          <a:prstGeom prst="rect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FFFF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2377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npm run 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0" y="1938528"/>
            <a:ext cx="594360" cy="4572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651760" y="17830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606040" y="1234440"/>
            <a:ext cx="2011680" cy="1554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2606040" y="13258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(Flask API)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697480" y="2377440"/>
            <a:ext cx="1828800" cy="320040"/>
          </a:xfrm>
          <a:prstGeom prst="rect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FFFF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697480" y="2377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/ pip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17720" y="1938528"/>
            <a:ext cx="594360" cy="4572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983480" y="17830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937760" y="1234440"/>
            <a:ext cx="2011680" cy="1554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937760" y="13258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Veritabanı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(MongoDB Atlas)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029200" y="2377440"/>
            <a:ext cx="1828800" cy="320040"/>
          </a:xfrm>
          <a:prstGeom prst="rect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FFFF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029200" y="2377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NoSQL Cloud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949440" y="1938528"/>
            <a:ext cx="594360" cy="4572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315200" y="17830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269480" y="1234440"/>
            <a:ext cx="2011680" cy="15544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269480" y="132588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(AWS)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360920" y="2377440"/>
            <a:ext cx="1828800" cy="320040"/>
          </a:xfrm>
          <a:prstGeom prst="rect">
            <a:avLst/>
          </a:prstGeom>
          <a:solidFill>
            <a:srgbClr val="FFFFFF">
              <a:alpha val="74901"/>
            </a:srgbClr>
          </a:solidFill>
          <a:ln cap="flat" cmpd="sng" w="12700">
            <a:solidFill>
              <a:srgbClr val="FFFF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360920" y="2377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+ EC2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74320" y="301752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274320" y="3017520"/>
            <a:ext cx="1965960" cy="32004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74320" y="30175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(Frontend)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5760" y="3401568"/>
            <a:ext cx="1783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create-react-app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Axios ile HTTP istekleri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npm run build ile derleme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450592" y="301752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450592" y="3017520"/>
            <a:ext cx="1965960" cy="3200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2450592" y="30175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(Backend)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542032" y="3401568"/>
            <a:ext cx="1783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REST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flask, flask-cors, pymongo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nohup ile 7/24 çalışma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626864" y="301752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626864" y="3017520"/>
            <a:ext cx="1965960" cy="320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626864" y="30175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Atlas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718304" y="3401568"/>
            <a:ext cx="1783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NoSQL bulut veritabanı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Connection String entegrasyonu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Güvenli veri saklama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803136" y="3017520"/>
            <a:ext cx="19659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803136" y="3017520"/>
            <a:ext cx="1965960" cy="32004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803136" y="301752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(Hosting)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894576" y="3401568"/>
            <a:ext cx="1783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EC2: Backend sunucusu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S3: Statik site hosting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Security Groups: Port 5000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65760" y="228600"/>
            <a:ext cx="1097280" cy="36576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5760" y="228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600200" y="1828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Yerel Geliştirme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Local Development — localhost ortamında React + Flask kurulumu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74320" y="1234440"/>
            <a:ext cx="4114800" cy="35661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⚛  Frontend – React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1783080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npx create-react-app my-app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cd my-app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npm start → localhost:3000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Axios ile API çağrıları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Bileşen tabanlı UI geliştirme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754880" y="1234440"/>
            <a:ext cx="4114800" cy="35661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🐍  Backend – Flask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937760" y="1783080"/>
            <a:ext cx="37490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pip install flask flask-cors pymongo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CORS(app) → Cross-Origin izni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@app.route('/api/...') dekoratörleri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onsolas"/>
              <a:buChar char="▸"/>
            </a:pPr>
            <a:r>
              <a:rPr b="0" i="0" lang="en-US" sz="12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python app.py → localhost:5000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600200" y="6400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Veritabanı Entegrasyonu — MongoDB Atlas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Verileri bulutta güvenle saklamak için MongoDB Atlas NoSQL veritabanı entegrasyonu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27432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68680" y="118872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Atlas Cluster Oluşturma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11480" y="187452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MongoDB Atlas'a kayıt 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Ücretsiz M0 Cluster seç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Cloud provider: AWS seç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Cluster adını belirle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00400" y="1188720"/>
            <a:ext cx="27432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20040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794760" y="118872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Bağlantı Ayarları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337560" y="187452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 Whitelist: 0.0.0.0/0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Database User oluştur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Connection String 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pymongo sürücüsünü seç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26480" y="1188720"/>
            <a:ext cx="27432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126480" y="1188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720840" y="118872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Entegrasyonu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263640" y="187452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from pymongo import MongoClient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client = MongoClient(CONN_STR)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db = client['veritabani_adi']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▸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CRUD işlemleri: insert/find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7200" y="46177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MONGO_URI = "mongodb+srv://user:password@cluster.mongodb.net/mydb"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65760" y="182880"/>
            <a:ext cx="1097280" cy="365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65760" y="1828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600200" y="13716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Backend'in Buluta Taşınması — AWS EC2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EC2 Linux sanal sunucusunda Flask API'yi 7/24 çalıştırma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1234440"/>
            <a:ext cx="4114800" cy="1737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274320" y="1234440"/>
            <a:ext cx="457200" cy="1737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274320" y="1234440"/>
            <a:ext cx="457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22960" y="13075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EC2 Instance Kiralama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22960" y="164592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AWS Console → EC2 → Launch Instance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Ubuntu 22.04 LTS AMI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t2.micro (free tier)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Key pair (.pem) oluştur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754880" y="1234440"/>
            <a:ext cx="4114800" cy="1737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754880" y="1234440"/>
            <a:ext cx="457200" cy="173736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754880" y="1234440"/>
            <a:ext cx="457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303520" y="13075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SSH Bağlantısı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303520" y="164592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ssh -i "key.pem" ubuntu@&lt;PUBLIC_IP&gt;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chmod 400 key.pem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(ilk bağlantıda kabul 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74320" y="3200400"/>
            <a:ext cx="4114800" cy="1737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74320" y="3200400"/>
            <a:ext cx="457200" cy="173736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274320" y="3200400"/>
            <a:ext cx="457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22960" y="327355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Python Ortamı &amp; Kod Yükleme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22960" y="361188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sudo apt update &amp;&amp; sudo apt install python3-pip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pip3 install flask flask-cors pymongo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SCP ile dosyaları aktar: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scp -i key.pem app.py ubuntu@IP:~/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754880" y="3200400"/>
            <a:ext cx="4114800" cy="17373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754880" y="3200400"/>
            <a:ext cx="457200" cy="17373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754880" y="3200400"/>
            <a:ext cx="457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303520" y="327355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API'yi Başlatma &amp; Port Açma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303520" y="361188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nohup python3 app.py &amp;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AWS Security Groups: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Inbound Rule: TCP 5000, 0.0.0.0/0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API artık Public IP:5000'de erişilebilir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65760" y="10972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600200" y="64008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Frontend'in Bulutta Yayınlanması — AWS S3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React uygulamasını statik dosyalara dönüştürüp S3 üzerinden dünyaya açma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28600" y="1188720"/>
            <a:ext cx="20116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28600" y="1188720"/>
            <a:ext cx="2011680" cy="5029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28600" y="11887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77240" y="11887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Adresini Güncelle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1783080"/>
            <a:ext cx="18288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React kodundaki tüm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localhost:5000 adreslerini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EC2 Public IP:5000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ile değiştir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404872" y="1188720"/>
            <a:ext cx="20116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2404872" y="1188720"/>
            <a:ext cx="2011680" cy="5029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2404872" y="11887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953512" y="11887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496312" y="1783080"/>
            <a:ext cx="18288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npm run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 klasörü oluşur: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/build (statik HTML, CSS, JS)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581144" y="1188720"/>
            <a:ext cx="20116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581144" y="1188720"/>
            <a:ext cx="2011680" cy="5029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581144" y="11887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129784" y="11887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Bucket Oluştur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672584" y="1783080"/>
            <a:ext cx="18288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AWS S3 → Create Bucket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Bucket adı benzersiz olmalı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Static Website Hosting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etkinleştir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757416" y="1188720"/>
            <a:ext cx="20116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757416" y="1188720"/>
            <a:ext cx="2011680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757416" y="118872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306056" y="118872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Yükle &amp; Yayınla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848856" y="1783080"/>
            <a:ext cx="18288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 dosyalarını S3'e yükle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Bucket Policy ile 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erişim aç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S3 endpoint URL'ini paylaş!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28600" y="4645152"/>
            <a:ext cx="8686800" cy="36576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11480" y="4645152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Bucket Policy: { "Effect": "Allow", "Principal": "*", "Action": "s3:GetObject", "Resource": "arn:aws:s3:::bucket-adi/*"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 Özeti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4 fazın başarıyla tamamlanmasıyla tam anlamıyla bulut tabanlı bir uygulama geliştirildi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274320" y="1234440"/>
            <a:ext cx="196596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274320" y="1234440"/>
            <a:ext cx="1965960" cy="36576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274320" y="12344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74320" y="16916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Local Dev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22960" y="2148840"/>
            <a:ext cx="868680" cy="36576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74320" y="2286000"/>
            <a:ext cx="1965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React + Flask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localhost'ta çalışıyor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423160" y="1234440"/>
            <a:ext cx="196596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423160" y="1234440"/>
            <a:ext cx="1965960" cy="3657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2423160" y="12344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423160" y="16916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MongoDB Atlas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971800" y="2148840"/>
            <a:ext cx="86868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423160" y="2286000"/>
            <a:ext cx="1965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Bulut veritabanı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bağlantısı kuruldu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2000" y="1234440"/>
            <a:ext cx="196596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572000" y="1234440"/>
            <a:ext cx="1965960" cy="365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572000" y="12344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572000" y="16916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AWS EC2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120640" y="2148840"/>
            <a:ext cx="86868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572000" y="2286000"/>
            <a:ext cx="1965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Backend 7/24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bulutta çalışıyor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720840" y="1234440"/>
            <a:ext cx="1965960" cy="2286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720840" y="1234440"/>
            <a:ext cx="1965960" cy="3657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720840" y="12344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FAZ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720840" y="16916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AWS S3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269480" y="2148840"/>
            <a:ext cx="868680" cy="3657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720840" y="2286000"/>
            <a:ext cx="1965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Frontend herkese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açık olarak yayında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20045" y="3691888"/>
            <a:ext cx="8595300" cy="12345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02925" y="3749076"/>
            <a:ext cx="82296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Arife Ebrar Üstüner</a:t>
            </a:r>
            <a:endParaRPr b="1" sz="12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23291207 </a:t>
            </a:r>
            <a:endParaRPr b="1" sz="12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2026-04-02T14:50:23Z</dcterms:created>
  <dc:creator>PptxGenJS</dc:creator>
</cp:coreProperties>
</file>